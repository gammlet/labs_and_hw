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5524" y="182880"/>
            <a:ext cx="0" cy="7196328"/>
          </a:xfrm>
          <a:prstGeom prst="line">
            <a:avLst/>
          </a:prstGeom>
          <a:noFill/>
          <a:ln w="12700">
            <a:solidFill>
              <a:srgbClr val="2A2A2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44668" cy="75620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0" cy="457200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3840480"/>
            <a:ext cx="2418588" cy="37216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109728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-200" kern="0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64592" y="210312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-200" kern="0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ART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164592" y="41605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ZINE ABOUT WHAT THE</a:t>
            </a:r>
            <a:endParaRPr lang="en-US" sz="1200" dirty="0"/>
          </a:p>
          <a:p>
            <a:pPr indent="0" marL="0">
              <a:buNone/>
            </a:pPr>
            <a:r>
              <a:rPr lang="en-US" sz="1200" spc="200" kern="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HECK WE'RE LOOKING 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28600"/>
            <a:ext cx="1645920" cy="16459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320040"/>
            <a:ext cx="1325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?!</a:t>
            </a:r>
            <a:endParaRPr lang="en-US" sz="7200" dirty="0"/>
          </a:p>
        </p:txBody>
      </p:sp>
      <p:sp>
        <p:nvSpPr>
          <p:cNvPr id="11" name="Shape 9"/>
          <p:cNvSpPr/>
          <p:nvPr/>
        </p:nvSpPr>
        <p:spPr>
          <a:xfrm>
            <a:off x="2971800" y="3749040"/>
            <a:ext cx="182880" cy="18288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749040"/>
            <a:ext cx="182880" cy="18288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3320" y="3749040"/>
            <a:ext cx="182880" cy="18288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69080" y="3749040"/>
            <a:ext cx="182880" cy="18288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3749040"/>
            <a:ext cx="182880" cy="182880"/>
          </a:xfrm>
          <a:prstGeom prst="ellipse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7132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4668" y="0"/>
            <a:ext cx="5344668" cy="7562088"/>
          </a:xfrm>
          <a:prstGeom prst="rect">
            <a:avLst/>
          </a:prstGeom>
          <a:solidFill>
            <a:srgbClr val="FAF5E4"/>
          </a:solidFill>
          <a:ln w="12700">
            <a:solidFill>
              <a:srgbClr val="FAF5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4668" y="0"/>
            <a:ext cx="3291840" cy="75620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7548" y="27432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SO.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WE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LOOKING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ART?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5527548" y="411480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HISTORY 101
</a:t>
            </a:r>
            <a:pPr indent="0" marL="0">
              <a:buNone/>
            </a:pPr>
            <a:r>
              <a:rPr lang="en-US" sz="14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 people with no idea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they're looking at)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19388" y="365760"/>
            <a:ext cx="17785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content in art?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819388" y="1005840"/>
            <a:ext cx="1732788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have been making art for 40,000+ years. From cave walls to gallery white-cubes, one question has haunted every visitor: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"…but what does it MEAN?"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zine is your cheat sheet.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 degree required.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139428" y="4572000"/>
            <a:ext cx="457200" cy="457200"/>
          </a:xfrm>
          <a:prstGeom prst="ellipse">
            <a:avLst/>
          </a:prstGeom>
          <a:solidFill>
            <a:srgbClr val="F0A0A0"/>
          </a:solidFill>
          <a:ln w="12700">
            <a:solidFill>
              <a:srgbClr val="F0A0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47988" y="5029200"/>
            <a:ext cx="640080" cy="1005840"/>
          </a:xfrm>
          <a:prstGeom prst="rect">
            <a:avLst/>
          </a:prstGeom>
          <a:solidFill>
            <a:srgbClr val="F0A0A0"/>
          </a:solidFill>
          <a:ln w="12700">
            <a:solidFill>
              <a:srgbClr val="F0A0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79508" y="4297680"/>
            <a:ext cx="201168" cy="20116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3828" y="4041648"/>
            <a:ext cx="274320" cy="274320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19588" y="3749040"/>
            <a:ext cx="402336" cy="40233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36708" y="363931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huh?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56548" y="4572000"/>
            <a:ext cx="1508760" cy="22860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74836" y="4617720"/>
            <a:ext cx="1472184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73668" y="7242048"/>
            <a:ext cx="17785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1A3A6B"/>
                </a:solidFill>
              </a:rPr>
              <a:t>content in art  ·  issue 01  ·  p.2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5524" y="182880"/>
            <a:ext cx="0" cy="7196328"/>
          </a:xfrm>
          <a:prstGeom prst="line">
            <a:avLst/>
          </a:prstGeom>
          <a:noFill/>
          <a:ln w="12700">
            <a:solidFill>
              <a:srgbClr val="2A2A2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44668" cy="7562088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344668" cy="12801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73152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-100" kern="0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RENAISSANCE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474720" y="86868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1400s–1600s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" y="1463040"/>
            <a:ext cx="1783080" cy="1828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5544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🙂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82880" y="25603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 Lisa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 Vinci, 1503)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" y="3657600"/>
            <a:ext cx="1783080" cy="1828800"/>
          </a:xfrm>
          <a:prstGeom prst="rect">
            <a:avLst/>
          </a:prstGeom>
          <a:solidFill>
            <a:srgbClr val="7DAA92"/>
          </a:solidFill>
          <a:ln w="12700">
            <a:solidFill>
              <a:srgbClr val="7DAA9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37490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☝️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82880" y="4754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of Adam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(Michelangelo, 1512)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57400" y="1463040"/>
            <a:ext cx="1783080" cy="18288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55448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📚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103120" y="25603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Athens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(Raphael, 1511)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57400" y="3657600"/>
            <a:ext cx="1783080" cy="182880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37490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🏛️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2103120" y="475488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Sistine Chapel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(Michelangelo, 1541)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" y="56235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CONTENT: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" y="6144768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God fingers → creation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Naked people → ideal beauty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Grumpy scholars → wisdom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Fancy arches → power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7205472"/>
            <a:ext cx="5344668" cy="3200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" y="7223760"/>
            <a:ext cx="51160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"bro just paint me looking cool and biblical" — every Renaissance patron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44668" y="0"/>
            <a:ext cx="5344668" cy="756208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44668" y="0"/>
            <a:ext cx="5344668" cy="137160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27548" y="109728"/>
            <a:ext cx="50703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spc="-100" kern="0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MOVING TO MODERN</a:t>
            </a:r>
            <a:endParaRPr lang="en-US" sz="5000" dirty="0"/>
          </a:p>
        </p:txBody>
      </p:sp>
      <p:sp>
        <p:nvSpPr>
          <p:cNvPr id="26" name="Shape 24"/>
          <p:cNvSpPr/>
          <p:nvPr/>
        </p:nvSpPr>
        <p:spPr>
          <a:xfrm>
            <a:off x="5618988" y="1600200"/>
            <a:ext cx="4750308" cy="12801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47588" y="1463040"/>
            <a:ext cx="128016" cy="38404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7548" y="18745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2028" y="1463040"/>
            <a:ext cx="128016" cy="38404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1988" y="18745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Romanticism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1800s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407908" y="1463040"/>
            <a:ext cx="128016" cy="38404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87868" y="18745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1850s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596628" y="1463040"/>
            <a:ext cx="128016" cy="38404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76588" y="18745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Impressionism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1870s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86416" y="1463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C430"/>
                </a:solidFill>
              </a:rPr>
              <a:t>▶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481828" y="2606040"/>
            <a:ext cx="1600200" cy="4389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3268" y="267004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⚡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5573268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BAROQUE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591556" y="4187952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Drama!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Shadows!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rays!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intense.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219188" y="2606040"/>
            <a:ext cx="1600200" cy="4389120"/>
          </a:xfrm>
          <a:prstGeom prst="rect">
            <a:avLst/>
          </a:prstGeom>
          <a:solidFill>
            <a:srgbClr val="7DAA92"/>
          </a:solidFill>
          <a:ln w="12700">
            <a:solidFill>
              <a:srgbClr val="7DAA9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0628" y="267004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🌊</a:t>
            </a:r>
            <a:endParaRPr lang="en-US" sz="4400" dirty="0"/>
          </a:p>
        </p:txBody>
      </p:sp>
      <p:sp>
        <p:nvSpPr>
          <p:cNvPr id="42" name="Text 40"/>
          <p:cNvSpPr/>
          <p:nvPr/>
        </p:nvSpPr>
        <p:spPr>
          <a:xfrm>
            <a:off x="7310628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ROMANTICISM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28916" y="4187952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Feelings!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Storms!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Heroic dudes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capes.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956548" y="2606040"/>
            <a:ext cx="1600200" cy="43891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47988" y="2670048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🥔</a:t>
            </a:r>
            <a:endParaRPr lang="en-US" sz="4400" dirty="0"/>
          </a:p>
        </p:txBody>
      </p:sp>
      <p:sp>
        <p:nvSpPr>
          <p:cNvPr id="46" name="Text 44"/>
          <p:cNvSpPr/>
          <p:nvPr/>
        </p:nvSpPr>
        <p:spPr>
          <a:xfrm>
            <a:off x="9047988" y="36118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REALISM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066276" y="4187952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Just… people.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Peasants.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Potatoes.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drama.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44668" y="7251192"/>
            <a:ext cx="52532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4C430"/>
                </a:solidFill>
              </a:rPr>
              <a:t>content in art  ·  issue 01  ·  p.4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5524" y="182880"/>
            <a:ext cx="0" cy="7196328"/>
          </a:xfrm>
          <a:prstGeom prst="line">
            <a:avLst/>
          </a:prstGeom>
          <a:noFill/>
          <a:ln w="12700">
            <a:solidFill>
              <a:srgbClr val="2A2A2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44668" cy="7562088"/>
          </a:xfrm>
          <a:prstGeom prst="rect">
            <a:avLst/>
          </a:prstGeom>
          <a:solidFill>
            <a:srgbClr val="FAF5E4"/>
          </a:solidFill>
          <a:ln w="12700">
            <a:solidFill>
              <a:srgbClr val="FAF5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0" cy="75620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182880"/>
            <a:ext cx="28346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IMPRES-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SIONISM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EXPRES-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SIONISM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74320" y="4754880"/>
            <a:ext cx="548640" cy="384048"/>
          </a:xfrm>
          <a:prstGeom prst="ellipse">
            <a:avLst/>
          </a:prstGeom>
          <a:solidFill>
            <a:srgbClr val="7DAA92"/>
          </a:solidFill>
          <a:ln w="12700">
            <a:solidFill>
              <a:srgbClr val="7DAA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4572000"/>
            <a:ext cx="658368" cy="438912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4736592"/>
            <a:ext cx="502920" cy="347472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572000"/>
            <a:ext cx="594360" cy="420624"/>
          </a:xfrm>
          <a:prstGeom prst="ellipse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5193792"/>
            <a:ext cx="594360" cy="36576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70432" y="5266944"/>
            <a:ext cx="713232" cy="347472"/>
          </a:xfrm>
          <a:prstGeom prst="ellipse">
            <a:avLst/>
          </a:prstGeom>
          <a:solidFill>
            <a:srgbClr val="7DAA92"/>
          </a:solidFill>
          <a:ln w="12700">
            <a:solidFill>
              <a:srgbClr val="7DAA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5166360"/>
            <a:ext cx="548640" cy="365760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5266944"/>
            <a:ext cx="457200" cy="347472"/>
          </a:xfrm>
          <a:prstGeom prst="ellipse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" y="56875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Monet vibes (approx.)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82880"/>
            <a:ext cx="186994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FAV: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D9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EGON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D9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SCHIELE</a:t>
            </a:r>
            <a:endParaRPr lang="en-US" sz="3400" dirty="0"/>
          </a:p>
        </p:txBody>
      </p:sp>
      <p:sp>
        <p:nvSpPr>
          <p:cNvPr id="16" name="Shape 14"/>
          <p:cNvSpPr/>
          <p:nvPr/>
        </p:nvSpPr>
        <p:spPr>
          <a:xfrm>
            <a:off x="4114800" y="2560320"/>
            <a:ext cx="502920" cy="502920"/>
          </a:xfrm>
          <a:prstGeom prst="ellipse">
            <a:avLst/>
          </a:prstGeom>
          <a:solidFill>
            <a:srgbClr val="F0A0A0"/>
          </a:solidFill>
          <a:ln w="12700">
            <a:solidFill>
              <a:srgbClr val="F0A0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3090672"/>
            <a:ext cx="128016" cy="21031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3090672"/>
            <a:ext cx="868680" cy="1280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0440" y="3474720"/>
            <a:ext cx="274320" cy="1280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62272" y="3657600"/>
            <a:ext cx="365760" cy="1280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41648" y="5193792"/>
            <a:ext cx="128016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5193792"/>
            <a:ext cx="128016" cy="100584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2606040"/>
            <a:ext cx="1869948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1890–1918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emotion.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bodies.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Discomfort as beauty.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ahead of his time.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6080760"/>
            <a:ext cx="2007108" cy="123444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6144768"/>
            <a:ext cx="182422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 not deny myself.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am not ashamed." — Schiele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0" y="7251192"/>
            <a:ext cx="52532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1A3A6B"/>
                </a:solidFill>
              </a:rPr>
              <a:t>content in art  ·  issue 01  ·  p.5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44668" y="0"/>
            <a:ext cx="5344668" cy="7562088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4668" y="0"/>
            <a:ext cx="2560320" cy="13716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19388" y="0"/>
            <a:ext cx="1869948" cy="228600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4668" y="5943600"/>
            <a:ext cx="2926080" cy="1618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5148" y="5486400"/>
            <a:ext cx="1504188" cy="20756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70748" y="91440"/>
            <a:ext cx="1280160" cy="914400"/>
          </a:xfrm>
          <a:prstGeom prst="rect">
            <a:avLst/>
          </a:prstGeom>
          <a:solidFill>
            <a:srgbClr val="7DAA92"/>
          </a:solidFill>
          <a:ln w="12700">
            <a:solidFill>
              <a:srgbClr val="7DAA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27548" y="2926080"/>
            <a:ext cx="1280160" cy="1645920"/>
          </a:xfrm>
          <a:prstGeom prst="rect">
            <a:avLst/>
          </a:prstGeom>
          <a:solidFill>
            <a:srgbClr val="F0A0A0"/>
          </a:solidFill>
          <a:ln w="12700">
            <a:solidFill>
              <a:srgbClr val="F0A0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2268" y="3200400"/>
            <a:ext cx="1463040" cy="13716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4748" y="182880"/>
            <a:ext cx="1645920" cy="91440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03036" y="201168"/>
            <a:ext cx="1609344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🚽 R.MUTT 1917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93708" y="182880"/>
            <a:ext cx="822960" cy="8229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962388" y="182880"/>
            <a:ext cx="594360" cy="41148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62388" y="621792"/>
            <a:ext cx="594360" cy="41148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368028" y="5669280"/>
            <a:ext cx="1143000" cy="1371600"/>
          </a:xfrm>
          <a:prstGeom prst="rect">
            <a:avLst/>
          </a:prstGeom>
          <a:solidFill>
            <a:srgbClr val="F5F2EC"/>
          </a:solidFill>
          <a:ln w="12700">
            <a:solidFill>
              <a:srgbClr val="F5F2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86316" y="5687568"/>
            <a:ext cx="1106424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$120,000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99148" y="2194560"/>
            <a:ext cx="475488" cy="475488"/>
          </a:xfrm>
          <a:prstGeom prst="ellipse">
            <a:avLst/>
          </a:prstGeom>
          <a:solidFill>
            <a:srgbClr val="F0A0A0"/>
          </a:solidFill>
          <a:ln w="12700">
            <a:solidFill>
              <a:srgbClr val="F0A0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07708" y="2679192"/>
            <a:ext cx="658368" cy="10058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25996" y="21762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😦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579108" y="371246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1512)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996428" y="2194560"/>
            <a:ext cx="475488" cy="475488"/>
          </a:xfrm>
          <a:prstGeom prst="ellipse">
            <a:avLst/>
          </a:prstGeom>
          <a:solidFill>
            <a:srgbClr val="F0A0A0"/>
          </a:solidFill>
          <a:ln w="12700">
            <a:solidFill>
              <a:srgbClr val="F0A0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04988" y="2679192"/>
            <a:ext cx="658368" cy="100584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23276" y="21762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7676388" y="371246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(also 1512)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41948" y="182880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we?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453628" y="18288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toilet?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801868" y="4800600"/>
            <a:ext cx="3291840" cy="96012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20156" y="4846320"/>
            <a:ext cx="325526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CONTEMPORARY ART</a:t>
            </a:r>
            <a:endParaRPr lang="en-US" sz="3000" dirty="0"/>
          </a:p>
        </p:txBody>
      </p:sp>
      <p:sp>
        <p:nvSpPr>
          <p:cNvPr id="54" name="Text 52"/>
          <p:cNvSpPr/>
          <p:nvPr/>
        </p:nvSpPr>
        <p:spPr>
          <a:xfrm>
            <a:off x="5344668" y="7251192"/>
            <a:ext cx="52532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2A2A2A"/>
                </a:solidFill>
              </a:rPr>
              <a:t>content in art  ·  issue 01  ·  p.6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5524" y="182880"/>
            <a:ext cx="0" cy="7196328"/>
          </a:xfrm>
          <a:prstGeom prst="line">
            <a:avLst/>
          </a:prstGeom>
          <a:noFill/>
          <a:ln w="12700">
            <a:solidFill>
              <a:srgbClr val="2A2A2A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344668" cy="7562088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SO.</a:t>
            </a:r>
            <a:endParaRPr lang="en-US" sz="5200" dirty="0"/>
          </a:p>
          <a:p>
            <a:pPr indent="0" marL="0">
              <a:buNone/>
            </a:pPr>
            <a:r>
              <a:rPr lang="en-US" sz="5200" b="1" spc="-100" kern="0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ARE</a:t>
            </a:r>
            <a:endParaRPr lang="en-US" sz="5200" dirty="0"/>
          </a:p>
          <a:p>
            <a:pPr indent="0" marL="0">
              <a:buNone/>
            </a:pPr>
            <a:r>
              <a:rPr lang="en-US" sz="5200" b="1" spc="-100" kern="0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EVEN</a:t>
            </a:r>
            <a:endParaRPr lang="en-US" sz="5200" dirty="0"/>
          </a:p>
          <a:p>
            <a:pPr indent="0" marL="0">
              <a:buNone/>
            </a:pPr>
            <a:r>
              <a:rPr lang="en-US" sz="5200" b="1" spc="-100" kern="0" dirty="0">
                <a:solidFill>
                  <a:srgbClr val="F5F2E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LOOKING AT?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82880" y="4005072"/>
            <a:ext cx="5024628" cy="310896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096512"/>
            <a:ext cx="47960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D9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CHEAT SHEET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4617720"/>
            <a:ext cx="1463040" cy="347472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4636008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Renaissance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55648" y="46542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God, ideal beauty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5020056"/>
            <a:ext cx="1463040" cy="347472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5038344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Baroque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55648" y="505663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 everything, God rays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5422392"/>
            <a:ext cx="1463040" cy="347472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" y="5440680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Impressionism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755648" y="5458968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vibes, blobs of joy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5824728"/>
            <a:ext cx="1463040" cy="347472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" y="5843016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Expressionism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55648" y="5861304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turmoil → outward chaos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6227064"/>
            <a:ext cx="1463040" cy="347472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" y="6245352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Surrealism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55648" y="6263640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Dreams. Clocks melting.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6629400"/>
            <a:ext cx="1463040" cy="347472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" y="6647688"/>
            <a:ext cx="1426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Contemporary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55648" y="666597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Anything. Literally anything.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0" y="4096512"/>
            <a:ext cx="20071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0D0D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"All art is quite useless." — O. Wilde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0" y="7251192"/>
            <a:ext cx="52532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F5F2EC"/>
                </a:solidFill>
              </a:rPr>
              <a:t>content in art  ·  issue 01  ·  p.7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344668" y="0"/>
            <a:ext cx="5344668" cy="7562088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44668" y="0"/>
            <a:ext cx="5344668" cy="32004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27548" y="109728"/>
            <a:ext cx="5070348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SO.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 YOU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0D0D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KNOW.</a:t>
            </a:r>
            <a:endParaRPr lang="en-US" sz="7200" dirty="0"/>
          </a:p>
        </p:txBody>
      </p:sp>
      <p:sp>
        <p:nvSpPr>
          <p:cNvPr id="30" name="Text 28"/>
          <p:cNvSpPr/>
          <p:nvPr/>
        </p:nvSpPr>
        <p:spPr>
          <a:xfrm>
            <a:off x="5573268" y="3383280"/>
            <a:ext cx="50246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D92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INTERVENTION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573268" y="40690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 you're in a gallery, stare at a piece for 30 seconds. Then say something confidently wrong. See what happens.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527548" y="5806440"/>
            <a:ext cx="5024628" cy="1417320"/>
          </a:xfrm>
          <a:prstGeom prst="rect">
            <a:avLst/>
          </a:prstGeom>
          <a:solidFill>
            <a:srgbClr val="D92B2B"/>
          </a:solidFill>
          <a:ln w="12700">
            <a:solidFill>
              <a:srgbClr val="D92B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92140" y="5870448"/>
            <a:ext cx="47960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ME. TALK TO ME.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your@email.com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@yourhandle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yourwebsite.com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44668" y="7251192"/>
            <a:ext cx="52532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4C430"/>
                </a:solidFill>
              </a:rPr>
              <a:t>CONTENT IN ART  ·  ISSUE 01  ·  MADE WITH LOVE &amp; CONFUSION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IN ART — a zine</dc:title>
  <dc:subject>PptxGenJS Presentation</dc:subject>
  <dc:creator>PptxGenJS</dc:creator>
  <cp:lastModifiedBy>PptxGenJS</cp:lastModifiedBy>
  <cp:revision>1</cp:revision>
  <dcterms:created xsi:type="dcterms:W3CDTF">2026-04-23T16:19:52Z</dcterms:created>
  <dcterms:modified xsi:type="dcterms:W3CDTF">2026-04-23T16:19:52Z</dcterms:modified>
</cp:coreProperties>
</file>